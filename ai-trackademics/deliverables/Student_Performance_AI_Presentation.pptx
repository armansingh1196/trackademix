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Performance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BIT Management System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student performance bands using academic and behavioral data.</a:t>
            </a:r>
          </a:p>
          <a:p>
            <a:pPr>
              <a:defRPr sz="2200"/>
            </a:pPr>
            <a:r>
              <a:t>Identify at-risk students for early intervention.</a:t>
            </a:r>
          </a:p>
          <a:p>
            <a:pPr>
              <a:defRPr sz="2200"/>
            </a:pPr>
            <a:r>
              <a:t>Generate recommendation-oriented support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Strong fit for structured tabular data.</a:t>
            </a:r>
          </a:p>
          <a:p>
            <a:pPr>
              <a:defRPr sz="2200"/>
            </a:pPr>
            <a:r>
              <a:t>More explainable than deep learning for review presentations.</a:t>
            </a:r>
          </a:p>
          <a:p>
            <a:pPr>
              <a:defRPr sz="2200"/>
            </a:pPr>
            <a:r>
              <a:t>Captures non-linear relationships between student indicators.</a:t>
            </a:r>
          </a:p>
          <a:p>
            <a:pPr>
              <a:defRPr sz="2200"/>
            </a:pPr>
            <a:r>
              <a:t>Provides feature importance for interpretation.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Attendance, assignments, quizzes, internal exams, lab performance.</a:t>
            </a:r>
          </a:p>
          <a:p>
            <a:pPr>
              <a:defRPr sz="2200"/>
            </a:pPr>
            <a:r>
              <a:t>Study hours, LMS logins, previous GPA, project score.</a:t>
            </a:r>
          </a:p>
          <a:p>
            <a:pPr>
              <a:defRPr sz="2200"/>
            </a:pPr>
            <a:r>
              <a:t>Department, study mode, internet access, part-time job, extracurricular activity.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Target variable: performance_band.</a:t>
            </a:r>
          </a:p>
          <a:p>
            <a:pPr>
              <a:defRPr sz="2200"/>
            </a:pPr>
            <a:r>
              <a:t>Low: Performance score below 105</a:t>
            </a:r>
          </a:p>
          <a:p>
            <a:pPr>
              <a:defRPr sz="2200"/>
            </a:pPr>
            <a:r>
              <a:t>Medium: Performance score between 105 and 123</a:t>
            </a:r>
          </a:p>
          <a:p>
            <a:pPr>
              <a:defRPr sz="2200"/>
            </a:pPr>
            <a:r>
              <a:t>High: Performance score above 123</a:t>
            </a:r>
          </a:p>
          <a:p>
            <a:pPr>
              <a:defRPr sz="2200"/>
            </a:pPr>
            <a:r>
              <a:t>The system also maps predictions into at-risk support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Impute numeric values with median.</a:t>
            </a:r>
          </a:p>
          <a:p>
            <a:pPr>
              <a:defRPr sz="2200"/>
            </a:pPr>
            <a:r>
              <a:t>Impute categorical values with most frequent values.</a:t>
            </a:r>
          </a:p>
          <a:p>
            <a:pPr>
              <a:defRPr sz="2200"/>
            </a:pPr>
            <a:r>
              <a:t>Apply one-hot encoding to categorical features.</a:t>
            </a:r>
          </a:p>
          <a:p>
            <a:pPr>
              <a:defRPr sz="2200"/>
            </a:pPr>
            <a:r>
              <a:t>Train RandomForestClassifier on the processed feature set.</a:t>
            </a:r>
          </a:p>
          <a:p>
            <a:pPr>
              <a:defRPr sz="2200"/>
            </a:pPr>
            <a:r>
              <a:t>Generate predictions, risk output, and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Accuracy: 0.6458</a:t>
            </a:r>
          </a:p>
          <a:p>
            <a:pPr>
              <a:defRPr sz="2200"/>
            </a:pPr>
            <a:r>
              <a:t>Weighted F1-score: 0.6349</a:t>
            </a:r>
          </a:p>
          <a:p>
            <a:pPr>
              <a:defRPr sz="2200"/>
            </a:pPr>
            <a:r>
              <a:t>Training rows: 960</a:t>
            </a:r>
          </a:p>
          <a:p>
            <a:pPr>
              <a:defRPr sz="2200"/>
            </a:pPr>
            <a:r>
              <a:t>Test rows: 240</a:t>
            </a:r>
          </a:p>
          <a:p>
            <a:pPr>
              <a:defRPr sz="2200"/>
            </a:pPr>
            <a:r>
              <a:t>Medium class is predicted most strongly in the current prototype.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Distribution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Distribution of Low, Medium, and High performance bands.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Random Forest highlights the strongest performance drivers.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Predicted Risk Distribution</a:t>
            </a:r>
          </a:p>
        </p:txBody>
      </p:sp>
      <p:pic>
        <p:nvPicPr>
          <p:cNvPr id="3" name="Picture 2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Dashboard-ready view of at-risk prediction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Prediction is combined with rule-based intervention support.</a:t>
            </a:r>
          </a:p>
          <a:p>
            <a:pPr>
              <a:defRPr sz="2200"/>
            </a:pPr>
            <a:r>
              <a:t>Low attendance triggers attendance mentoring.</a:t>
            </a:r>
          </a:p>
          <a:p>
            <a:pPr>
              <a:defRPr sz="2200"/>
            </a:pPr>
            <a:r>
              <a:t>Weak internal exams trigger remedial support.</a:t>
            </a:r>
          </a:p>
          <a:p>
            <a:pPr>
              <a:defRPr sz="2200"/>
            </a:pPr>
            <a:r>
              <a:t>Low assignments or quizzes trigger targeted academic guidance.</a:t>
            </a:r>
          </a:p>
          <a:p>
            <a:pPr>
              <a:defRPr sz="2200"/>
            </a:pPr>
            <a:r>
              <a:t>Low engagement triggers study planning and LMS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Shows model metrics and class distributions.</a:t>
            </a:r>
          </a:p>
          <a:p>
            <a:pPr>
              <a:defRPr sz="2200"/>
            </a:pPr>
            <a:r>
              <a:t>Displays top important predictors.</a:t>
            </a:r>
          </a:p>
          <a:p>
            <a:pPr>
              <a:defRPr sz="2200"/>
            </a:pPr>
            <a:r>
              <a:t>Presents sample predictions from test data.</a:t>
            </a:r>
          </a:p>
          <a:p>
            <a:pPr>
              <a:defRPr sz="2200"/>
            </a:pPr>
            <a:r>
              <a:t>Allows live student input for real-time prediction and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run_app.bat or run_app.ps1 for one-click launch.</a:t>
            </a:r>
          </a:p>
          <a:p>
            <a:pPr>
              <a:defRPr sz="2200"/>
            </a:pPr>
            <a:r>
              <a:t>Or run python -m src.student_performance_ai.training and streamlit run app/dashboard.py.</a:t>
            </a:r>
          </a:p>
          <a:p>
            <a:pPr>
              <a:defRPr sz="2200"/>
            </a:pPr>
            <a:r>
              <a:t>Open the local Streamlit URL in the browser.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is an appropriate review-ready model for this prototype.</a:t>
            </a:r>
          </a:p>
          <a:p>
            <a:pPr>
              <a:defRPr sz="2200"/>
            </a:pPr>
            <a:r>
              <a:t>The system combines analytics, prediction, and recommendations.</a:t>
            </a:r>
          </a:p>
          <a:p>
            <a:pPr>
              <a:defRPr sz="2200"/>
            </a:pPr>
            <a:r>
              <a:t>The next step is integration with real student data and backend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